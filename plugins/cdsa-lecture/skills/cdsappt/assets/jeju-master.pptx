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 embedTrueTypeFonts="1">
  <ns0:sldMasterIdLst>
    <ns0:sldMasterId id="2147483660" ns1:id="rId1"/>
  </ns0:sldMasterIdLst>
  <ns0:notesMasterIdLst>
    <ns0:notesMasterId ns1:id="rId15"/>
  </ns0:notesMasterIdLst>
  <ns0:sldIdLst>
    <ns0:sldId id="2308" ns1:id="rId2"/>
    <ns0:sldId id="2309" ns1:id="rId3"/>
    <ns0:sldId id="2310" ns1:id="rId4"/>
    <ns0:sldId id="2311" ns1:id="rId5"/>
    <ns0:sldId id="2312" ns1:id="rId6"/>
    <ns0:sldId id="2313" ns1:id="rId7"/>
    <ns0:sldId id="2314" ns1:id="rId8"/>
    <ns0:sldId id="2315" ns1:id="rId9"/>
    <ns0:sldId id="2316" ns1:id="rId10"/>
    <ns0:sldId id="2317" ns1:id="rId11"/>
    <ns0:sldId id="2318" ns1:id="rId12"/>
    <ns0:sldId id="2319" ns1:id="rId13"/>
    <ns0:sldId id="2320" ns1:id="rId14"/>
  </ns0:sldIdLst>
  <ns0:sldSz cx="12192000" cy="6858000"/>
  <ns0:notesSz cx="6858000" cy="9144000"/>
  <ns0:defaultTextStyle>
    <ns2:defPPr>
      <ns2:defRPr lang="ko-KR"/>
    </ns2:defPPr>
    <ns2:lvl1pPr marL="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기본 구역" id="{F0CC8909-F166-414E-A271-B872CE7D93A3}">
          <ns3:sldIdLst>
            <ns3:sldId id="2308"/>
            <ns3:sldId id="2309"/>
            <ns3:sldId id="2310"/>
            <ns3:sldId id="2311"/>
            <ns3:sldId id="2312"/>
            <ns3:sldId id="2313"/>
            <ns3:sldId id="2314"/>
            <ns3:sldId id="2315"/>
            <ns3:sldId id="2316"/>
            <ns3:sldId id="2317"/>
            <ns3:sldId id="2318"/>
            <ns3:sldId id="2319"/>
            <ns3:sldId id="2320"/>
          </ns3:sldIdLst>
        </ns3:section>
      </ns3:sectionLst>
    </ns0:ext>
    <ns0:ext uri="{EFAFB233-063F-42B5-8137-9DF3F51BA10A}">
      <ns4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0510"/>
    <a:srgbClr val="0B3041"/>
    <a:srgbClr val="000000"/>
    <a:srgbClr val="0842A0"/>
    <a:srgbClr val="00D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4" autoAdjust="0"/>
    <p:restoredTop sz="92685" autoAdjust="0"/>
  </p:normalViewPr>
  <p:slideViewPr>
    <p:cSldViewPr snapToGrid="0">
      <p:cViewPr varScale="1">
        <p:scale>
          <a:sx n="87" d="100"/>
          <a:sy n="87" d="100"/>
        </p:scale>
        <p:origin x="168" y="8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2154"/>
    </p:cViewPr>
  </p:sorter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25" Type="http://schemas.openxmlformats.org/officeDocument/2006/relationships/tableStyles" Target="tableStyle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theme" Target="theme/theme1.xml" /><ns0:Relationship Id="rId5" Type="http://schemas.openxmlformats.org/officeDocument/2006/relationships/slide" Target="slides/slide4.xml" /><ns0:Relationship Id="rId15" Type="http://schemas.openxmlformats.org/officeDocument/2006/relationships/notesMaster" Target="notesMasters/notesMaster1.xml" /><ns0:Relationship Id="rId23" Type="http://schemas.openxmlformats.org/officeDocument/2006/relationships/viewProps" Target="viewProps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2" Type="http://schemas.openxmlformats.org/officeDocument/2006/relationships/presProps" Target="presProps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CFF28-3EFD-40A2-A2B9-A62C70507623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B2225-8B55-4839-8300-5B11E7BBA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8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F776A5-A635-B0E0-3171-EAD3C3DA8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1127" y="-149110"/>
            <a:ext cx="1984942" cy="1984942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6F8616-8A59-327C-9AD5-E895212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AF8A6-89FF-04CB-A944-F77C124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E489-BD0D-4FF6-A186-8503F9D945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8AF454-7987-B113-7F46-DDE7EE224408}"/>
              </a:ext>
            </a:extLst>
          </p:cNvPr>
          <p:cNvSpPr/>
          <p:nvPr userDrawn="1"/>
        </p:nvSpPr>
        <p:spPr>
          <a:xfrm>
            <a:off x="0" y="-39594"/>
            <a:ext cx="12192000" cy="457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Dot Pattern PNGs for Free Download">
            <a:extLst>
              <a:ext uri="{FF2B5EF4-FFF2-40B4-BE49-F238E27FC236}">
                <a16:creationId xmlns:a16="http://schemas.microsoft.com/office/drawing/2014/main" id="{B10DD937-07BF-B46E-C34B-185D8A387BAF}"/>
              </a:ext>
            </a:extLst>
          </p:cNvPr>
          <p:cNvPicPr/>
          <p:nvPr userDrawn="1"/>
        </p:nvPicPr>
        <p:blipFill>
          <a:blip r:embed="rId3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4FAB51-A7A9-012E-12F8-E7BCF66E3036}"/>
              </a:ext>
            </a:extLst>
          </p:cNvPr>
          <p:cNvSpPr txBox="1"/>
          <p:nvPr userDrawn="1"/>
        </p:nvSpPr>
        <p:spPr>
          <a:xfrm>
            <a:off x="385278" y="79368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A600C3-88C7-0784-8520-69A6A3558D8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16959" y="67226"/>
            <a:ext cx="870848" cy="246176"/>
          </a:xfrm>
          <a:prstGeom prst="rect">
            <a:avLst/>
          </a:prstGeom>
        </p:spPr>
      </p:pic>
      <p:pic>
        <p:nvPicPr>
          <p:cNvPr id="11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52BFD338-6C1F-0664-8CDC-62F217A410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14493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73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2AE8CBE-6222-D7CF-2681-A0A2AE9F8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966879"/>
            <a:ext cx="1984942" cy="198494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EDC2CF-A1D6-9D22-908B-3189D55341D0}"/>
              </a:ext>
            </a:extLst>
          </p:cNvPr>
          <p:cNvSpPr/>
          <p:nvPr userDrawn="1"/>
        </p:nvSpPr>
        <p:spPr>
          <a:xfrm>
            <a:off x="0" y="149486"/>
            <a:ext cx="12192000" cy="1443095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6F8616-8A59-327C-9AD5-E895212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AF8A6-89FF-04CB-A944-F77C124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E489-BD0D-4FF6-A186-8503F9D945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8AF454-7987-B113-7F46-DDE7EE224408}"/>
              </a:ext>
            </a:extLst>
          </p:cNvPr>
          <p:cNvSpPr/>
          <p:nvPr userDrawn="1"/>
        </p:nvSpPr>
        <p:spPr>
          <a:xfrm>
            <a:off x="-1" y="0"/>
            <a:ext cx="12192000" cy="457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1D4D504-E05F-873A-460E-32271D6510F0}"/>
              </a:ext>
            </a:extLst>
          </p:cNvPr>
          <p:cNvCxnSpPr>
            <a:cxnSpLocks/>
          </p:cNvCxnSpPr>
          <p:nvPr userDrawn="1"/>
        </p:nvCxnSpPr>
        <p:spPr>
          <a:xfrm>
            <a:off x="0" y="153670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Dot Pattern PNGs for Free Download">
            <a:extLst>
              <a:ext uri="{FF2B5EF4-FFF2-40B4-BE49-F238E27FC236}">
                <a16:creationId xmlns:a16="http://schemas.microsoft.com/office/drawing/2014/main" id="{B10DD937-07BF-B46E-C34B-185D8A387BAF}"/>
              </a:ext>
            </a:extLst>
          </p:cNvPr>
          <p:cNvPicPr/>
          <p:nvPr userDrawn="1"/>
        </p:nvPicPr>
        <p:blipFill>
          <a:blip r:embed="rId3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9-94410_bishop-thomas-williams-dot-pattern-fade-vector - PiF Technologies">
            <a:extLst>
              <a:ext uri="{FF2B5EF4-FFF2-40B4-BE49-F238E27FC236}">
                <a16:creationId xmlns:a16="http://schemas.microsoft.com/office/drawing/2014/main" id="{2088DE1B-3E80-E92B-BFFD-974D8A51E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grayscl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6"/>
          <a:stretch/>
        </p:blipFill>
        <p:spPr bwMode="auto">
          <a:xfrm rot="10800000">
            <a:off x="-1" y="452437"/>
            <a:ext cx="4511386" cy="10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CDE31F3-F7B6-45E5-4A8D-3FCD209746C8}"/>
              </a:ext>
            </a:extLst>
          </p:cNvPr>
          <p:cNvSpPr/>
          <p:nvPr userDrawn="1"/>
        </p:nvSpPr>
        <p:spPr>
          <a:xfrm>
            <a:off x="1367073" y="660903"/>
            <a:ext cx="10824926" cy="6971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5AEBF8-1E72-A863-2C54-0D6E326942A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7053"/>
          <a:stretch>
            <a:fillRect/>
          </a:stretch>
        </p:blipFill>
        <p:spPr>
          <a:xfrm>
            <a:off x="-3" y="651099"/>
            <a:ext cx="3333753" cy="688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EDD05D-D51F-4C52-488F-1242AB167BBD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4481A62-1C0B-4F3E-C971-BED86662B6C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14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07DB56FB-80CA-2647-2444-3BA2BB9D68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69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8AC5AF-75FC-4468-4C22-45E9C547F3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966879"/>
            <a:ext cx="1984942" cy="198494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7E7941-83A9-B92F-87EB-9D66932F762C}"/>
              </a:ext>
            </a:extLst>
          </p:cNvPr>
          <p:cNvSpPr/>
          <p:nvPr userDrawn="1"/>
        </p:nvSpPr>
        <p:spPr>
          <a:xfrm>
            <a:off x="1367073" y="660903"/>
            <a:ext cx="10824926" cy="6971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6F8616-8A59-327C-9AD5-E895212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AF8A6-89FF-04CB-A944-F77C124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E489-BD0D-4FF6-A186-8503F9D945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EDC2CF-A1D6-9D22-908B-3189D55341D0}"/>
              </a:ext>
            </a:extLst>
          </p:cNvPr>
          <p:cNvSpPr/>
          <p:nvPr userDrawn="1"/>
        </p:nvSpPr>
        <p:spPr>
          <a:xfrm>
            <a:off x="0" y="149486"/>
            <a:ext cx="12192000" cy="1443095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8AF454-7987-B113-7F46-DDE7EE224408}"/>
              </a:ext>
            </a:extLst>
          </p:cNvPr>
          <p:cNvSpPr/>
          <p:nvPr userDrawn="1"/>
        </p:nvSpPr>
        <p:spPr>
          <a:xfrm>
            <a:off x="-1" y="0"/>
            <a:ext cx="12192000" cy="457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1D4D504-E05F-873A-460E-32271D6510F0}"/>
              </a:ext>
            </a:extLst>
          </p:cNvPr>
          <p:cNvCxnSpPr>
            <a:cxnSpLocks/>
          </p:cNvCxnSpPr>
          <p:nvPr userDrawn="1"/>
        </p:nvCxnSpPr>
        <p:spPr>
          <a:xfrm>
            <a:off x="0" y="153670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Dot Pattern PNGs for Free Download">
            <a:extLst>
              <a:ext uri="{FF2B5EF4-FFF2-40B4-BE49-F238E27FC236}">
                <a16:creationId xmlns:a16="http://schemas.microsoft.com/office/drawing/2014/main" id="{B10DD937-07BF-B46E-C34B-185D8A387BAF}"/>
              </a:ext>
            </a:extLst>
          </p:cNvPr>
          <p:cNvPicPr/>
          <p:nvPr userDrawn="1"/>
        </p:nvPicPr>
        <p:blipFill>
          <a:blip r:embed="rId3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9-94410_bishop-thomas-williams-dot-pattern-fade-vector - PiF Technologies">
            <a:extLst>
              <a:ext uri="{FF2B5EF4-FFF2-40B4-BE49-F238E27FC236}">
                <a16:creationId xmlns:a16="http://schemas.microsoft.com/office/drawing/2014/main" id="{2088DE1B-3E80-E92B-BFFD-974D8A51E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grayscl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6"/>
          <a:stretch/>
        </p:blipFill>
        <p:spPr bwMode="auto">
          <a:xfrm rot="10800000">
            <a:off x="-1" y="452437"/>
            <a:ext cx="4511386" cy="10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C2DC34-5DE6-1454-0F77-8B058BF93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7053"/>
          <a:stretch>
            <a:fillRect/>
          </a:stretch>
        </p:blipFill>
        <p:spPr>
          <a:xfrm>
            <a:off x="-3" y="651099"/>
            <a:ext cx="3333753" cy="68890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369F04-34A9-7542-C662-5D13397D3A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50000"/>
          </a:blip>
          <a:stretch>
            <a:fillRect/>
          </a:stretch>
        </p:blipFill>
        <p:spPr>
          <a:xfrm rot="1198521">
            <a:off x="319562" y="717443"/>
            <a:ext cx="563628" cy="5636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BABFC-A2E3-D467-B45E-80068F657BF6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EBF3C04-57CA-9A0F-2559-D63199238BD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15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E1C4645D-BE59-B6EF-0C2A-176949FE53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88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DB97C4-4273-FFE7-9BBC-5A82065DB8EF}"/>
              </a:ext>
            </a:extLst>
          </p:cNvPr>
          <p:cNvSpPr/>
          <p:nvPr userDrawn="1"/>
        </p:nvSpPr>
        <p:spPr>
          <a:xfrm>
            <a:off x="1" y="1536700"/>
            <a:ext cx="12191999" cy="53031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A79959-ACE1-68B3-BEE6-50296B2BEF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966879"/>
            <a:ext cx="1984942" cy="198494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EA6B408-0E6D-E63D-78A6-471BD2EADDB2}"/>
              </a:ext>
            </a:extLst>
          </p:cNvPr>
          <p:cNvSpPr/>
          <p:nvPr userDrawn="1"/>
        </p:nvSpPr>
        <p:spPr>
          <a:xfrm>
            <a:off x="0" y="149486"/>
            <a:ext cx="12192000" cy="1443095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9-94410_bishop-thomas-williams-dot-pattern-fade-vector - PiF Technologies">
            <a:extLst>
              <a:ext uri="{FF2B5EF4-FFF2-40B4-BE49-F238E27FC236}">
                <a16:creationId xmlns:a16="http://schemas.microsoft.com/office/drawing/2014/main" id="{EF4E0246-F246-0048-39D7-C89772B0903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6"/>
          <a:stretch/>
        </p:blipFill>
        <p:spPr bwMode="auto">
          <a:xfrm rot="10800000">
            <a:off x="-1" y="452437"/>
            <a:ext cx="4511386" cy="10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9AA3F1-CBC2-955B-AA5C-E614AF77FFA6}"/>
              </a:ext>
            </a:extLst>
          </p:cNvPr>
          <p:cNvSpPr/>
          <p:nvPr userDrawn="1"/>
        </p:nvSpPr>
        <p:spPr>
          <a:xfrm>
            <a:off x="-1" y="0"/>
            <a:ext cx="12192000" cy="45719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6F8616-8A59-327C-9AD5-E895212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AF8A6-89FF-04CB-A944-F77C124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E489-BD0D-4FF6-A186-8503F9D945C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0F224B-97B8-B503-3844-FD3221CC8977}"/>
              </a:ext>
            </a:extLst>
          </p:cNvPr>
          <p:cNvCxnSpPr>
            <a:cxnSpLocks/>
          </p:cNvCxnSpPr>
          <p:nvPr userDrawn="1"/>
        </p:nvCxnSpPr>
        <p:spPr>
          <a:xfrm>
            <a:off x="0" y="153670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ot Pattern PNGs for Free Download">
            <a:extLst>
              <a:ext uri="{FF2B5EF4-FFF2-40B4-BE49-F238E27FC236}">
                <a16:creationId xmlns:a16="http://schemas.microsoft.com/office/drawing/2014/main" id="{BFFD4646-F97A-5EA0-62F4-8CFE78237147}"/>
              </a:ext>
            </a:extLst>
          </p:cNvPr>
          <p:cNvPicPr/>
          <p:nvPr userDrawn="1"/>
        </p:nvPicPr>
        <p:blipFill>
          <a:blip r:embed="rId4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BD1189-AD22-E51C-E6DB-9BBCEC40B1D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7053"/>
          <a:stretch>
            <a:fillRect/>
          </a:stretch>
        </p:blipFill>
        <p:spPr>
          <a:xfrm>
            <a:off x="-3" y="651099"/>
            <a:ext cx="3333753" cy="6889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23DC5D-8EC2-5EF9-FE07-7F80E7E1E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50000"/>
          </a:blip>
          <a:stretch>
            <a:fillRect/>
          </a:stretch>
        </p:blipFill>
        <p:spPr>
          <a:xfrm rot="1198521">
            <a:off x="319562" y="717443"/>
            <a:ext cx="563628" cy="563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FC7684-D6DC-A782-8B54-0EEF8CDF0E5A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6A1AEB9-A2D7-D979-E705-3AE2F79D70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18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AE7F3014-3B4F-14FD-0143-52A2D354AF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09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DB97C4-4273-FFE7-9BBC-5A82065DB8EF}"/>
              </a:ext>
            </a:extLst>
          </p:cNvPr>
          <p:cNvSpPr/>
          <p:nvPr userDrawn="1"/>
        </p:nvSpPr>
        <p:spPr>
          <a:xfrm>
            <a:off x="1" y="1536700"/>
            <a:ext cx="12191999" cy="53031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A79959-ACE1-68B3-BEE6-50296B2BEF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966879"/>
            <a:ext cx="1984942" cy="198494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EA6B408-0E6D-E63D-78A6-471BD2EADDB2}"/>
              </a:ext>
            </a:extLst>
          </p:cNvPr>
          <p:cNvSpPr/>
          <p:nvPr userDrawn="1"/>
        </p:nvSpPr>
        <p:spPr>
          <a:xfrm>
            <a:off x="0" y="149486"/>
            <a:ext cx="12192000" cy="1443095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9-94410_bishop-thomas-williams-dot-pattern-fade-vector - PiF Technologies">
            <a:extLst>
              <a:ext uri="{FF2B5EF4-FFF2-40B4-BE49-F238E27FC236}">
                <a16:creationId xmlns:a16="http://schemas.microsoft.com/office/drawing/2014/main" id="{EF4E0246-F246-0048-39D7-C89772B0903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6"/>
          <a:stretch/>
        </p:blipFill>
        <p:spPr bwMode="auto">
          <a:xfrm rot="10800000">
            <a:off x="-1" y="452437"/>
            <a:ext cx="4511386" cy="10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9AA3F1-CBC2-955B-AA5C-E614AF77FFA6}"/>
              </a:ext>
            </a:extLst>
          </p:cNvPr>
          <p:cNvSpPr/>
          <p:nvPr userDrawn="1"/>
        </p:nvSpPr>
        <p:spPr>
          <a:xfrm>
            <a:off x="-1" y="0"/>
            <a:ext cx="12192000" cy="45719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6F8616-8A59-327C-9AD5-E895212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AF8A6-89FF-04CB-A944-F77C124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E489-BD0D-4FF6-A186-8503F9D945C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0F224B-97B8-B503-3844-FD3221CC8977}"/>
              </a:ext>
            </a:extLst>
          </p:cNvPr>
          <p:cNvCxnSpPr>
            <a:cxnSpLocks/>
          </p:cNvCxnSpPr>
          <p:nvPr userDrawn="1"/>
        </p:nvCxnSpPr>
        <p:spPr>
          <a:xfrm>
            <a:off x="0" y="153670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ot Pattern PNGs for Free Download">
            <a:extLst>
              <a:ext uri="{FF2B5EF4-FFF2-40B4-BE49-F238E27FC236}">
                <a16:creationId xmlns:a16="http://schemas.microsoft.com/office/drawing/2014/main" id="{BFFD4646-F97A-5EA0-62F4-8CFE78237147}"/>
              </a:ext>
            </a:extLst>
          </p:cNvPr>
          <p:cNvPicPr/>
          <p:nvPr userDrawn="1"/>
        </p:nvPicPr>
        <p:blipFill>
          <a:blip r:embed="rId4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23DC5D-8EC2-5EF9-FE07-7F80E7E1E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50000"/>
          </a:blip>
          <a:stretch>
            <a:fillRect/>
          </a:stretch>
        </p:blipFill>
        <p:spPr>
          <a:xfrm rot="1198521">
            <a:off x="319562" y="717443"/>
            <a:ext cx="563628" cy="563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E7CB34-ACA2-A748-57F2-1434D90FA6C2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28C84E2-EC37-0E66-E982-75CFF9A505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19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E82EA573-9103-8E12-4CD0-6E4C74BF67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50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6DB8465-2665-4939-A68A-37781077E4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-675890"/>
            <a:ext cx="1984942" cy="1984942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258075-F0FF-D194-527F-50848153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5801-799E-4CCD-B3B4-A5499D95298E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14D73-15C9-2CB3-A555-DD7109AA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8788E-8597-E3C1-67D5-C10C57E9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6C6E-8487-4B40-BB5B-81E881CA7DA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4B3ECF-DA70-3072-7509-4312B683403A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847D75-27CD-16FA-62FB-A53A41EA4A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7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3BD10A4D-9E16-2910-9B56-A861897922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46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258075-F0FF-D194-527F-50848153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5801-799E-4CCD-B3B4-A5499D95298E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14D73-15C9-2CB3-A555-DD7109AA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8788E-8597-E3C1-67D5-C10C57E9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6C6E-8487-4B40-BB5B-81E881CA7DA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94BA7-C38B-DD30-A99C-2FF08E9E4964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8494CA-C165-9A59-BD0D-5D04DC2B3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16959" y="92627"/>
            <a:ext cx="870848" cy="246176"/>
          </a:xfrm>
          <a:prstGeom prst="rect">
            <a:avLst/>
          </a:prstGeom>
        </p:spPr>
      </p:pic>
      <p:pic>
        <p:nvPicPr>
          <p:cNvPr id="8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20ACFDF5-AD97-B508-E8AD-9CC1FEE5F9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39894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422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100+] Halftone Png Images | Wallpapers.com">
            <a:extLst>
              <a:ext uri="{FF2B5EF4-FFF2-40B4-BE49-F238E27FC236}">
                <a16:creationId xmlns:a16="http://schemas.microsoft.com/office/drawing/2014/main" id="{5266B8E5-7DEF-8FEA-83A6-3723A41A4E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6752" y="1473321"/>
            <a:ext cx="5275489" cy="540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D7561B-0751-876D-1E82-6F42AE8F3A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966879"/>
            <a:ext cx="1984942" cy="198494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EA6B408-0E6D-E63D-78A6-471BD2EADDB2}"/>
              </a:ext>
            </a:extLst>
          </p:cNvPr>
          <p:cNvSpPr/>
          <p:nvPr userDrawn="1"/>
        </p:nvSpPr>
        <p:spPr>
          <a:xfrm>
            <a:off x="0" y="149486"/>
            <a:ext cx="12192000" cy="1443095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9-94410_bishop-thomas-williams-dot-pattern-fade-vector - PiF Technologies">
            <a:extLst>
              <a:ext uri="{FF2B5EF4-FFF2-40B4-BE49-F238E27FC236}">
                <a16:creationId xmlns:a16="http://schemas.microsoft.com/office/drawing/2014/main" id="{EF4E0246-F246-0048-39D7-C89772B0903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6"/>
          <a:stretch/>
        </p:blipFill>
        <p:spPr bwMode="auto">
          <a:xfrm rot="10800000">
            <a:off x="-1" y="452437"/>
            <a:ext cx="4511386" cy="10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9AA3F1-CBC2-955B-AA5C-E614AF77FFA6}"/>
              </a:ext>
            </a:extLst>
          </p:cNvPr>
          <p:cNvSpPr/>
          <p:nvPr userDrawn="1"/>
        </p:nvSpPr>
        <p:spPr>
          <a:xfrm>
            <a:off x="-1" y="0"/>
            <a:ext cx="12192000" cy="45719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3551E-71A4-796F-7494-A39F8B50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C3EC-F719-4383-8F42-4E35D0A196BB}" type="datetimeFigureOut">
              <a:rPr lang="ko-KR" altLang="en-US" smtClean="0"/>
              <a:t>2026-09-09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0F224B-97B8-B503-3844-FD3221CC8977}"/>
              </a:ext>
            </a:extLst>
          </p:cNvPr>
          <p:cNvCxnSpPr>
            <a:cxnSpLocks/>
          </p:cNvCxnSpPr>
          <p:nvPr userDrawn="1"/>
        </p:nvCxnSpPr>
        <p:spPr>
          <a:xfrm>
            <a:off x="0" y="153670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ot Pattern PNGs for Free Download">
            <a:extLst>
              <a:ext uri="{FF2B5EF4-FFF2-40B4-BE49-F238E27FC236}">
                <a16:creationId xmlns:a16="http://schemas.microsoft.com/office/drawing/2014/main" id="{BFFD4646-F97A-5EA0-62F4-8CFE78237147}"/>
              </a:ext>
            </a:extLst>
          </p:cNvPr>
          <p:cNvPicPr/>
          <p:nvPr userDrawn="1"/>
        </p:nvPicPr>
        <p:blipFill>
          <a:blip r:embed="rId5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80225" y="-774512"/>
            <a:ext cx="440121" cy="1999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971D7-B370-93C4-3906-7B9C4AE77399}"/>
              </a:ext>
            </a:extLst>
          </p:cNvPr>
          <p:cNvSpPr/>
          <p:nvPr userDrawn="1"/>
        </p:nvSpPr>
        <p:spPr>
          <a:xfrm>
            <a:off x="-1" y="6817037"/>
            <a:ext cx="12192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A3041-E7FA-C2FA-9424-A770C37531DC}"/>
              </a:ext>
            </a:extLst>
          </p:cNvPr>
          <p:cNvSpPr txBox="1"/>
          <p:nvPr userDrawn="1"/>
        </p:nvSpPr>
        <p:spPr>
          <a:xfrm>
            <a:off x="385278" y="106002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94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88B17-7A57-4846-9005-60DA571E19B1}" type="datetime1">
              <a:rPr lang="en-US" altLang="ko-KR" smtClean="0"/>
              <a:t>9/9/2026</a:t>
            </a:fld>
            <a:endParaRPr lang="en-US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99864C10-FE0F-21E6-B62B-F0ADF3D693C9}"/>
              </a:ext>
            </a:extLst>
          </p:cNvPr>
          <p:cNvSpPr/>
          <p:nvPr userDrawn="1"/>
        </p:nvSpPr>
        <p:spPr>
          <a:xfrm>
            <a:off x="0" y="6573770"/>
            <a:ext cx="12192000" cy="285816"/>
          </a:xfrm>
          <a:custGeom>
            <a:avLst/>
            <a:gdLst/>
            <a:ahLst/>
            <a:cxnLst/>
            <a:rect l="l" t="t" r="r" b="b"/>
            <a:pathLst>
              <a:path w="12192000" h="285750">
                <a:moveTo>
                  <a:pt x="12191999" y="285749"/>
                </a:moveTo>
                <a:lnTo>
                  <a:pt x="0" y="2857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574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6FB51795-FE1E-3615-2614-1F0CF5E81BEE}"/>
              </a:ext>
            </a:extLst>
          </p:cNvPr>
          <p:cNvSpPr/>
          <p:nvPr userDrawn="1"/>
        </p:nvSpPr>
        <p:spPr>
          <a:xfrm>
            <a:off x="447675" y="977801"/>
            <a:ext cx="11165848" cy="5546824"/>
          </a:xfrm>
          <a:prstGeom prst="round2SameRect">
            <a:avLst>
              <a:gd name="adj1" fmla="val 7251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8900000" sx="101000" sy="101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52AD01-1FA0-048C-53C5-D9BA2439B8CB}"/>
              </a:ext>
            </a:extLst>
          </p:cNvPr>
          <p:cNvSpPr/>
          <p:nvPr userDrawn="1"/>
        </p:nvSpPr>
        <p:spPr>
          <a:xfrm>
            <a:off x="0" y="0"/>
            <a:ext cx="12192000" cy="45719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83488-EFD0-1B9A-D77F-19D655E2592C}"/>
              </a:ext>
            </a:extLst>
          </p:cNvPr>
          <p:cNvSpPr txBox="1"/>
          <p:nvPr userDrawn="1"/>
        </p:nvSpPr>
        <p:spPr>
          <a:xfrm>
            <a:off x="385278" y="110104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bg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2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logu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3A2524-8EC7-6B98-375A-98E82BD212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20000"/>
          </a:blip>
          <a:stretch>
            <a:fillRect/>
          </a:stretch>
        </p:blipFill>
        <p:spPr>
          <a:xfrm rot="1198521">
            <a:off x="-328562" y="84880"/>
            <a:ext cx="1984942" cy="198494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49E9BC-5C34-8E1B-54CD-CC80DA47F3C9}"/>
              </a:ext>
            </a:extLst>
          </p:cNvPr>
          <p:cNvSpPr/>
          <p:nvPr userDrawn="1"/>
        </p:nvSpPr>
        <p:spPr>
          <a:xfrm>
            <a:off x="0" y="116317"/>
            <a:ext cx="12192000" cy="404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258075-F0FF-D194-527F-50848153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5801-799E-4CCD-B3B4-A5499D95298E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14D73-15C9-2CB3-A555-DD7109AA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8788E-8597-E3C1-67D5-C10C57E9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6C6E-8487-4B40-BB5B-81E881CA7DA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532B6C-8D42-097A-1F78-7F03A8FED1B3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78132A-D482-9125-9B11-7A0FD10363ED}"/>
              </a:ext>
            </a:extLst>
          </p:cNvPr>
          <p:cNvSpPr/>
          <p:nvPr userDrawn="1"/>
        </p:nvSpPr>
        <p:spPr>
          <a:xfrm>
            <a:off x="0" y="-20208"/>
            <a:ext cx="12192000" cy="1365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BF129-9B07-5E8D-39EC-1FD81563E373}"/>
              </a:ext>
            </a:extLst>
          </p:cNvPr>
          <p:cNvSpPr txBox="1"/>
          <p:nvPr userDrawn="1"/>
        </p:nvSpPr>
        <p:spPr>
          <a:xfrm>
            <a:off x="385278" y="194780"/>
            <a:ext cx="294959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2026</a:t>
            </a:r>
            <a:r>
              <a:rPr lang="ko-KR" altLang="en-US" sz="1100" dirty="0">
                <a:solidFill>
                  <a:srgbClr val="FFC000"/>
                </a:solidFill>
                <a:latin typeface="페이퍼로지 8 ExtraBold"/>
                <a:ea typeface="페이퍼로지 8 ExtraBold"/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  <a:latin typeface="페이퍼로지 8 ExtraBold"/>
                <a:ea typeface="페이퍼로지 8 ExtraBold"/>
              </a:rPr>
              <a:t>AI </a:t>
            </a:r>
            <a:r>
              <a:rPr lang="ko-KR" altLang="en-US" sz="1100" dirty="0">
                <a:solidFill>
                  <a:schemeClr val="tx1"/>
                </a:solidFill>
                <a:latin typeface="페이퍼로지 8 ExtraBold"/>
                <a:ea typeface="페이퍼로지 8 ExtraBold"/>
              </a:rPr>
              <a:t>챔피언 고급과정 </a:t>
            </a:r>
            <a:r>
              <a:rPr lang="ko-KR" altLang="en-US" sz="1100" dirty="0" err="1">
                <a:solidFill>
                  <a:schemeClr val="tx1"/>
                </a:solidFill>
                <a:latin typeface="페이퍼로지 8 ExtraBold"/>
                <a:ea typeface="페이퍼로지 8 ExtraBold"/>
              </a:rPr>
              <a:t>인증자</a:t>
            </a:r>
            <a:r>
              <a:rPr lang="ko-KR" altLang="en-US" sz="1100" dirty="0">
                <a:solidFill>
                  <a:schemeClr val="tx1"/>
                </a:solidFill>
                <a:latin typeface="페이퍼로지 8 ExtraBold"/>
                <a:ea typeface="페이퍼로지 8 ExtraBold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페이퍼로지 8 ExtraBold"/>
                <a:ea typeface="페이퍼로지 8 ExtraBold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페이퍼로지 8 ExtraBold"/>
                <a:ea typeface="페이퍼로지 8 ExtraBold"/>
              </a:rPr>
              <a:t>차 보수교육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페이퍼로지 8 ExtraBold"/>
              <a:ea typeface="페이퍼로지 8 ExtraBold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8A6156-E889-CB74-EC77-48DDFFE15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16959" y="185760"/>
            <a:ext cx="870848" cy="246176"/>
          </a:xfrm>
          <a:prstGeom prst="rect">
            <a:avLst/>
          </a:prstGeom>
        </p:spPr>
      </p:pic>
      <p:pic>
        <p:nvPicPr>
          <p:cNvPr id="8" name="Picture 4" descr="HOME &gt; 기관소개 &gt; NIA 소개 &gt; CI 및 캐릭터 소개 | 한국지능정보사회진흥원">
            <a:extLst>
              <a:ext uri="{FF2B5EF4-FFF2-40B4-BE49-F238E27FC236}">
                <a16:creationId xmlns:a16="http://schemas.microsoft.com/office/drawing/2014/main" id="{D81CEFEB-19A9-9CCD-00FE-CF27FD738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320" y="133027"/>
            <a:ext cx="1122935" cy="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54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4DCC9F-8CEB-A812-7E45-2CAF5BC50A71}"/>
              </a:ext>
            </a:extLst>
          </p:cNvPr>
          <p:cNvSpPr txBox="1"/>
          <p:nvPr userDrawn="1"/>
        </p:nvSpPr>
        <p:spPr>
          <a:xfrm>
            <a:off x="628522" y="294228"/>
            <a:ext cx="8034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0" i="0" kern="120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  <a:cs typeface="+mn-cs"/>
              </a:rPr>
              <a:t>혁신의 누명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893D8-07AC-F9C6-2BEE-92FB2DAC9AD7}"/>
              </a:ext>
            </a:extLst>
          </p:cNvPr>
          <p:cNvSpPr txBox="1"/>
          <p:nvPr userDrawn="1"/>
        </p:nvSpPr>
        <p:spPr>
          <a:xfrm>
            <a:off x="1431947" y="286434"/>
            <a:ext cx="19255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리버스엔지니어링과 </a:t>
            </a:r>
            <a:r>
              <a:rPr lang="ko-KR" altLang="en-US" sz="1050" b="0" i="0" dirty="0" err="1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디자인싱킹</a:t>
            </a:r>
            <a:endParaRPr lang="ko-KR" altLang="en-US" sz="1050" b="0" i="0" dirty="0">
              <a:solidFill>
                <a:schemeClr val="bg2">
                  <a:lumMod val="50000"/>
                </a:schemeClr>
              </a:solidFill>
              <a:effectLst>
                <a:outerShdw blurRad="673100" sx="102000" sy="102000" algn="ctr" rotWithShape="0">
                  <a:schemeClr val="bg1">
                    <a:alpha val="40000"/>
                  </a:schemeClr>
                </a:outerShdw>
              </a:effectLst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AA59C-0FA5-F5E3-A36A-F1756071BF1F}"/>
              </a:ext>
            </a:extLst>
          </p:cNvPr>
          <p:cNvSpPr txBox="1"/>
          <p:nvPr userDrawn="1"/>
        </p:nvSpPr>
        <p:spPr>
          <a:xfrm>
            <a:off x="9628714" y="286434"/>
            <a:ext cx="22140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AI</a:t>
            </a:r>
            <a:r>
              <a:rPr lang="ko-KR" altLang="en-US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챔피언 전문인재 보수교육 </a:t>
            </a:r>
            <a:r>
              <a:rPr lang="en-US" altLang="ko-KR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in Jeju</a:t>
            </a:r>
            <a:endParaRPr lang="ko-KR" altLang="en-US" sz="1050" b="0" i="0" dirty="0">
              <a:solidFill>
                <a:schemeClr val="bg2">
                  <a:lumMod val="50000"/>
                </a:schemeClr>
              </a:solidFill>
              <a:effectLst>
                <a:outerShdw blurRad="673100" sx="102000" sy="102000" algn="ctr" rotWithShape="0">
                  <a:schemeClr val="bg1">
                    <a:alpha val="40000"/>
                  </a:schemeClr>
                </a:outerShdw>
              </a:effectLst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C4D89-0E98-085E-A7FB-B21C881573FF}"/>
              </a:ext>
            </a:extLst>
          </p:cNvPr>
          <p:cNvSpPr txBox="1"/>
          <p:nvPr userDrawn="1"/>
        </p:nvSpPr>
        <p:spPr>
          <a:xfrm>
            <a:off x="628522" y="6294482"/>
            <a:ext cx="10182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0" i="0" kern="120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  <a:cs typeface="+mn-cs"/>
              </a:rPr>
              <a:t>2026-06-05</a:t>
            </a:r>
            <a:endParaRPr lang="ko-KR" altLang="en-US" sz="1050" b="0" i="0" kern="1200">
              <a:solidFill>
                <a:schemeClr val="bg2">
                  <a:lumMod val="50000"/>
                </a:schemeClr>
              </a:solidFill>
              <a:effectLst>
                <a:outerShdw blurRad="673100" sx="102000" sy="102000" algn="ctr" rotWithShape="0">
                  <a:schemeClr val="bg1">
                    <a:alpha val="40000"/>
                  </a:schemeClr>
                </a:outerShdw>
              </a:effectLst>
              <a:latin typeface="Paperlogy 5 Medium" pitchFamily="2" charset="-127"/>
              <a:ea typeface="Paperlogy 5 Medium" pitchFamily="2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D3276-4B14-E5C7-3E22-9BC939D82D68}"/>
              </a:ext>
            </a:extLst>
          </p:cNvPr>
          <p:cNvSpPr txBox="1"/>
          <p:nvPr userDrawn="1"/>
        </p:nvSpPr>
        <p:spPr>
          <a:xfrm>
            <a:off x="9523614" y="6286688"/>
            <a:ext cx="23775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0" i="0" dirty="0" err="1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한국데이터사이언티스트협회</a:t>
            </a:r>
            <a:r>
              <a:rPr lang="ko-KR" altLang="en-US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 </a:t>
            </a:r>
            <a:r>
              <a:rPr lang="ko-KR" altLang="en-US" sz="1050" b="0" i="0" dirty="0" err="1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김태유</a:t>
            </a:r>
            <a:r>
              <a:rPr lang="ko-KR" altLang="en-US" sz="1050" b="0" i="0" dirty="0">
                <a:solidFill>
                  <a:schemeClr val="bg2">
                    <a:lumMod val="50000"/>
                  </a:schemeClr>
                </a:solidFill>
                <a:effectLst>
                  <a:outerShdw blurRad="6731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Paperlogy 5 Medium" pitchFamily="2" charset="-127"/>
                <a:ea typeface="Paperlogy 5 Medium" pitchFamily="2" charset="-127"/>
              </a:rPr>
              <a:t> 박사</a:t>
            </a:r>
          </a:p>
        </p:txBody>
      </p:sp>
    </p:spTree>
    <p:extLst>
      <p:ext uri="{BB962C8B-B14F-4D97-AF65-F5344CB8AC3E}">
        <p14:creationId xmlns:p14="http://schemas.microsoft.com/office/powerpoint/2010/main" val="3721777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5502E0-395C-D7B6-0885-1EA5A83C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6F5B-5054-41AC-BEE1-1B8E1D37C9E3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0648FD-88A4-FD97-381F-134A5EB5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D14CAB-68BF-E701-DAC5-8D700FC5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B560-4587-4BC5-9BEE-FBA5521B5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86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306AF-F603-D744-52C8-62D75C5C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2FFF6C-CCD9-FCCA-7647-44F1FEBB1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D15953-78F1-83D0-B1CC-3ACB4B72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7441-99CE-445D-B9CF-E55EE5B879E3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656DD-8D16-5386-4CED-62089F12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96746E-0916-5E29-F80E-792B1359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AD47-75E5-4B89-A717-038A5A8CA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22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21EAD8-166A-81F8-FD5F-EBD85DFFC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55801-799E-4CCD-B3B4-A5499D95298E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2FDE0-AA22-A160-46F0-D2DC2673C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72120-60BD-093E-FBC8-F60BD569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6C6E-8487-4B40-BB5B-81E881CA7D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3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2" r:id="rId3"/>
    <p:sldLayoutId id="2147483662" r:id="rId4"/>
    <p:sldLayoutId id="2147483675" r:id="rId5"/>
    <p:sldLayoutId id="2147483666" r:id="rId6"/>
    <p:sldLayoutId id="2147483677" r:id="rId7"/>
    <p:sldLayoutId id="2147483664" r:id="rId8"/>
    <p:sldLayoutId id="2147483669" r:id="rId9"/>
    <p:sldLayoutId id="2147483665" r:id="rId10"/>
    <p:sldLayoutId id="2147483678" r:id="rId11"/>
    <p:sldLayoutId id="2147483679" r:id="rId12"/>
    <p:sldLayoutId id="2147483680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ExtraBold" panose="020B0200000000000000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5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50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7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68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1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52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97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44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9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97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640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63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D4CAD-1CE0-3AC3-9530-1C0B8AB9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8346A-80B9-587B-1644-64A414111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148426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8">
      <a:majorFont>
        <a:latin typeface="Noto Sans KR Black"/>
        <a:ea typeface="페이퍼로지 8 ExtraBold"/>
        <a:cs typeface=""/>
      </a:majorFont>
      <a:minorFont>
        <a:latin typeface="Noto Sans KR Medium"/>
        <a:ea typeface="페이퍼로지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24086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Noto Sans KR Medium</vt:lpstr>
      <vt:lpstr>맑은 고딕</vt:lpstr>
      <vt:lpstr>Arial</vt:lpstr>
      <vt:lpstr>페이퍼로지 8 ExtraBold</vt:lpstr>
      <vt:lpstr>Noto Sans KR ExtraBold</vt:lpstr>
      <vt:lpstr>Paperlogy 5 Medium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sungjin shin</dc:creator>
  <cp:lastModifiedBy>Yongjae Kim</cp:lastModifiedBy>
  <cp:revision>499</cp:revision>
  <cp:lastPrinted>2026-05-05T10:05:51Z</cp:lastPrinted>
  <dcterms:created xsi:type="dcterms:W3CDTF">2025-09-07T01:42:45Z</dcterms:created>
  <dcterms:modified xsi:type="dcterms:W3CDTF">2026-09-09T10:59:52Z</dcterms:modified>
</cp:coreProperties>
</file>